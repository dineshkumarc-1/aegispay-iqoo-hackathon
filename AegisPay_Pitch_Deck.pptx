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914400"/>
            <a:ext cx="4297680" cy="411480"/>
          </a:xfrm>
          <a:prstGeom prst="roundRect">
            <a:avLst/>
          </a:prstGeom>
          <a:solidFill>
            <a:srgbClr val="082F49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67E8F9"/>
                </a:solidFill>
              </a:defRPr>
            </a:pPr>
            <a:r>
              <a:t>⚡ iQOO HACKATHON 2026: FINTECH &amp; COMMERCE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AegisPay</a:t>
            </a:r>
          </a:p>
          <a:p>
            <a:pPr algn="ctr">
              <a:defRPr sz="2000">
                <a:solidFill>
                  <a:srgbClr val="67E8F9"/>
                </a:solidFill>
              </a:defRPr>
            </a:pPr>
            <a:r>
              <a:t>Autonomous On-Device AI Guardian for UPI Payments &amp; Retail Commerce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Track: FinTech &amp; Commerce  |  Team: Team AegisPay  |  Target: 14B+ Monthly UPI Transactions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6B6D4"/>
                </a:solidFill>
              </a:defRPr>
            </a:pPr>
            <a:r>
              <a:t>&lt; 12 ms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Edge NPU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100% Offline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DPDP Act Zero Cloud Leak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43F5E"/>
                </a:solidFill>
              </a:defRPr>
            </a:pPr>
            <a:r>
              <a:t>ScamBait AI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Mule VPA Sting &amp; 1930 FIR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39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5 Languages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Vernacular Voice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Live Demo: aegispay-iqoo-hackathon.vercel.app  •  GitHub: github.com/dineshkumarc-1/aegispay-iqoo-hackathon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01. FINTECH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₹1,750+ Crore Digital Payment Epidemic in India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Over 14 Billion UPI transactions occur monthly, but 98% of fraud occurs at the consumer-merchant interface.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1. Retail QR Quishing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Malicious stickers pasted over authentic merchant QR stands divert payments to mule accounts.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Reverse Collect &amp; Mandates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Victims are tricked via fake calls to enter their PIN to 'receive' money, or sign deceptive ₹9,999/mo e-Mandates.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3. Kirana Merchant Fraud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Spoofed payment confirmation apps display fake green ticks and soundbox chimes to steal retail goods.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0E7FF"/>
                </a:solidFill>
              </a:defRPr>
            </a:pPr>
            <a:r>
              <a:t>🎯 High-Risk Demographics: 68% of victims are first-time digital citizens, elderly users, and vernacular speakers in Tier-2/3 retail markets.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02. THE FINTECH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Cloud-Based Banking Security APIs Fail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Traditional cloud APIs cannot stop split-second fraud before money leaves the bank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Cloud Latency (1,200ms – 3,000ms)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UPI transactions happen in split-seconds. Cloud roundtrips cannot stop an impulsive user tap before money leaves the 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DPDP Act Privacy Violations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Transmitting user SMS messages, OTPs, and personal VPA histories to remote servers introduces serious financial data breach liabilities.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Offline &amp; Rural Market Blindspots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Cloud security verification fails completely in basements, underground metros, rural markets, and poor network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Passive Warning Banners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Static text warning banners are systematically ignored by victims under active psychological manipulation.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AegisPay: 4-Pillar On-Device FinTech &amp; Commerce Shield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Autonomous edge intelligence that protects the entire 14B+ monthly UPI transaction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01. QR Ingress Shield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3D optical parallax depth scan.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Measures +0.35mm sticker depth.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NPCI URI deep parser (pa, pn, am).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Blocks disguised collect requests.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43F5E"/>
                </a:solidFill>
              </a:defRPr>
            </a:pPr>
            <a:r>
              <a:t>02. Deepfake &amp; Coercion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Mel-spectrogram AI on NPU.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Catches AI voice clones on call.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Quantized MobileBERT NLP model.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Android touch barrier overlay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03. ScamBait Honeypot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Autonomous AI voice persona.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Stalls scammer for 15+ minutes.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Extracts real mule UPI handles.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Auto-generates 1930 Police FIR.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04. Kirana &amp; Mandate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Luhn Mod-10 UTR checksum.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CV font-kerning anomaly check.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Unmasks hidden AutoPay debits.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Acoustic soundbox tone validator.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04. HARDWARE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Phone-First? Deep Integration with Native Mobile Sensors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AegisPay fundamentally requires native hardware capabilities that web/cloud servers cannot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60 FPS Optical Stream &amp; AR HUD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Directly intercepts camera video feed to inspect UPI parameters (pa, pn, mc, am, tn) before payment handoff.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Android Screen Barrier Overlay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Draws an emergency system-level overlay barrier over third-party UPI apps to physically lock touch input during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Hardware Sensory Haptics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High-frequency sensory vibration pulses snap victims out of emotional panic during coercive scam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Biometric Hardware Enclave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Enforces physical Face/Fingerprint validation before any override, keeping security keys locked in the hardware enclave.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05. CORE AI (BROWNIE POINTS)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On-Device Edge AI Engine &amp; Zero-Knowledge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Quantized SLM running locally on the phone's NPU for sub-12ms threat detection with zero cloud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Google LiteRT / ONNX Mobile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Runtime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MobileBERT + Mel-Transformer (18MB)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Quantized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11.4 ms on Mobile NPU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Edge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98480" cy="237744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A7F3D0"/>
                </a:solidFill>
              </a:defRPr>
            </a:pPr>
            <a:r>
              <a:t>🔒 100% Zero-Knowledge Privacy &amp; DPDP Act Compliance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Zero Cloud Telemetry: Financial handles, SMS messages, OTPs, and audio streams NEVER leave the phone.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Airplane Mode Functional: 100% offline edge inference ensures fraud protection in underground metros and rural stalls.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Quantized Low Memory Footprint: Occupies only ~18MB RAM, running smoothly on budget Android devices without battery drain.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06.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Real-Time Threat Interception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AegisPay intercepts malicious actions across the entire transaction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Ingress Capture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60 FPS Camera, Inbound SMS, Active Call Audio, UPI Intent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On-Device SLM Core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LiteRT MobileBERT &amp; Heuristic Engine analyzes threat in &lt; 12ms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3. Automated Defense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Triggers High-Contrast Screen Overlay Lock + Vernacular Voice Alert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07.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30-Hour City Battle Hackathon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Structured, milestone-driven execution plan for the in-person City Battle.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0–6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Foundation &amp; Ingress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Camera stream setup, NPCI UPI URI parser, and HUD viewfinder.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6–18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Edge AI Core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Embed LiteRT MobileBERT model, VPA entropy check, and quishing heuristics.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18–24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Lockdown &amp; Honeypot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Android barrier overlay, ScamBait AI persona, and multi-lingual voice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24–30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Testing &amp; Polish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Live attack scenario testing, 1930 FIR validation, and final pitch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08. 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AegisPay Wins in FinTech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Comparative evaluation against traditional banking apps and cloud-based antivirus tools.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Traditional Banking / UPI Apps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AegisPay Edge AI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Threat Detection Point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Post-transaction complaint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Pre-transaction preventative lock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Response Speed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1,200ms – 3,000ms (Cloud API)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11.4ms (On-Device Mobile NPU)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 Privacy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Transmits OTPs &amp; logs to cloud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Zero-Knowledge Local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Active Counter-Offense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None (Victims left helpless)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ScamBait AI Honeypot + 1930 FIR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Offline Availability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Fails completely without network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Fully Functional Offline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914400"/>
            <a:ext cx="4297680" cy="41148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7F3D0"/>
                </a:solidFill>
              </a:defRPr>
            </a:pPr>
            <a:r>
              <a:t>🏁 VISION &amp; CITY BATTLE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Securing India's 14+ Billion Monthly UPI Economy</a:t>
            </a:r>
          </a:p>
          <a:p>
            <a:pPr algn="ctr">
              <a:defRPr sz="1800">
                <a:solidFill>
                  <a:srgbClr val="67E8F9"/>
                </a:solidFill>
              </a:defRPr>
            </a:pPr>
            <a:r>
              <a:t>Protecting 300+ Million consumers and 50+ Million retail merchants with zero-trust payment 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2304" y="3840480"/>
            <a:ext cx="731520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Ready for iQOO Hackathon 2026 City Battle &amp; Grand Finale!</a:t>
            </a:r>
          </a:p>
          <a:p>
            <a:pPr algn="ctr">
              <a:spcBef>
                <a:spcPts val="800"/>
              </a:spcBef>
              <a:defRPr sz="1200">
                <a:solidFill>
                  <a:srgbClr val="67E8F9"/>
                </a:solidFill>
              </a:defRPr>
            </a:pPr>
            <a:r>
              <a:t>Live Prototype: aegispay-iqoo-hackathon.vercel.app</a:t>
            </a:r>
            <a:br/>
            <a:r>
              <a:t>GitHub: github.com/dineshkumarc-1/aegispay-iqoo-hackathon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